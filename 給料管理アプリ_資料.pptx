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BFA539-BB78-5BCE-1DA2-40F47D98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F58731-5100-A68A-C22B-8DA9EED27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CC9E97-94CD-4385-5CA6-60D2AB7DB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B7F089-CBE0-C2EA-0E2A-E256B9AD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C60ADE-AD7E-1EF7-785A-E5C69B1C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82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2CE57D-E137-E456-B740-061112E96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821A1-6BCC-0125-1DE9-E14C08DDC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1D8272-D51D-26A8-4B05-3BADAE4C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3A6876-FC17-CA39-0AB7-39E55544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605DFA-E782-FD5D-4346-48A1A8AF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93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7CC5EA-4620-BD1B-822E-987B73C9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B57176-15DB-3CA5-1D82-3F8213223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BF6D62-E28E-CC4D-88EE-EE55E2D92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876705-C6FE-A35D-B15C-1ECF2DFC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7678F6-BB1E-0790-0FCD-58CCCF0C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233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A87EA3-976F-6802-DAE8-6A908FFE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BB702D-3F3A-EDA3-0D40-E19FB6292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B7FC1F-5B6A-9B9F-200B-2C3E8FCE5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A4A4D6-7865-ABD8-0639-DDC931723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5AA472-F82F-6F06-B1DA-FB64D5B5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88BCD7-DE5A-7504-E093-C57F2180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509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E7247D-2654-6D55-FD65-4AF780D4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9CB4DA-2398-C5FA-D4EF-ABB7F7B1B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FAC27B-0769-B1AD-4D46-513B0E427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2DFB243-0C1A-B90F-2CFE-F526EE928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ABF53BC-7F47-BD4C-5C83-04740FE1C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CACB202-0391-9B04-0D43-3FDA4E7C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EC8C7E-0E0B-5A9C-AF67-F9EB49CE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EBEAD9E-B9E7-6670-6734-AC8C89C1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4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DFE30-E4AB-99DF-BFF8-97C54B7B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8B7E11-171D-C351-ED8B-6FCED3FF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DF0AB94-8377-EB90-BB0E-17CC795A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775A22-411A-5FEA-BC97-884C42BA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069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1B2A2A-88C7-E75E-7DFC-86B0E152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9FB27F-0CC5-CE84-C391-070A02C6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28300E9-7CE7-05BB-408A-4D5F82D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20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1BED4-7E20-27D1-075C-25118ED91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673F99-4AD5-DB22-5C9A-A818D4F56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B475E1-D8D8-B570-5E7D-08E844F9A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7EE5E1-D3FF-F9BB-72AD-AEF4C7DB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5BBD18-58D2-942B-5DB6-6EA3297F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C70323-921C-1F51-71C0-22FFC577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72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C65221-148A-35D7-4CCE-9B23B8CF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63327FB-B788-92F1-F082-B3653DE71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C00BE1-4C81-4798-62F8-9C447F4A4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F3ED3D-0C61-8D30-08C6-8046B376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7E7C30-D8FD-D870-7B45-B9A58B03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DAA7B4-2175-33A8-4797-39C852099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764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58BAB5-8262-F346-4CA3-081EE240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8ECF24C-FFCA-56EC-7DF0-964C1F3C5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A4129A-DA72-7DFD-01AE-9D8899D5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51DD8E-FA1A-899E-E6BB-0FC23BE0E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554986-A3C1-0DDE-92CE-6C1F7757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97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49338EA-2BD2-055E-3F50-31059855F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7BAD94-FCEE-683A-4B88-41BDCC4BD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E6C28-C51C-48AA-79A7-CC281F41F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30330A-F74E-9A8B-92F3-630F141D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49F717-AE7B-17D1-4940-7180238A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77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39AAEA-BCDC-5023-1415-35FE563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07E472-D7D6-E198-4B61-0054FB70C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8C86E9-3690-FA30-2E21-839680C58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935CD-0BE4-4DD0-874D-C3B27C59C877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F48CA8-CB7F-09F8-3B7C-90B3CD6C2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A3EE2D-58AB-5EC7-5005-FC09D4D94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383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37EEDE-53F3-E705-2299-D3CBF282A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バイト給料管理アプリ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BF9EF7D-DFFD-B8C6-D1E1-6B4C0BC090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3436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F39B80-1A78-1244-859B-19F81394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目的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934140-2F3C-F0D0-E941-027FC6EF3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アルバイトの勤務時間を記録し、時給から給料を自動計算して月収を管理できるようにする。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523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57B41-BB31-605D-27D2-5120333C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想定ユーザー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DEE8C5-6B72-45AA-B094-4316289F6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アルバイトをしている学生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888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0EE5CC-7CDB-D239-2C23-EC6101CD6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機能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2F47C2-5FF9-C26F-8CBE-5ACF99ECD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バイト先管理機能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勤務記録機能</a:t>
            </a:r>
            <a:endParaRPr lang="en-US" altLang="zh-TW" dirty="0"/>
          </a:p>
          <a:p>
            <a:endParaRPr kumimoji="1" lang="en-US" altLang="ja-JP" dirty="0"/>
          </a:p>
          <a:p>
            <a:r>
              <a:rPr kumimoji="1" lang="ja-JP" altLang="en-US" dirty="0"/>
              <a:t>履歴表示機能</a:t>
            </a:r>
          </a:p>
        </p:txBody>
      </p:sp>
    </p:spTree>
    <p:extLst>
      <p:ext uri="{BB962C8B-B14F-4D97-AF65-F5344CB8AC3E}">
        <p14:creationId xmlns:p14="http://schemas.microsoft.com/office/powerpoint/2010/main" val="1334584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</Words>
  <Application>Microsoft Office PowerPoint</Application>
  <PresentationFormat>ワイド画面</PresentationFormat>
  <Paragraphs>11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バイト給料管理アプリ</vt:lpstr>
      <vt:lpstr>目的</vt:lpstr>
      <vt:lpstr>想定ユーザー</vt:lpstr>
      <vt:lpstr>機能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遠藤 朝陽(zeal23410215)</dc:creator>
  <cp:lastModifiedBy>遠藤 朝陽(zeal23410215)</cp:lastModifiedBy>
  <cp:revision>1</cp:revision>
  <dcterms:created xsi:type="dcterms:W3CDTF">2026-01-14T01:00:57Z</dcterms:created>
  <dcterms:modified xsi:type="dcterms:W3CDTF">2026-01-14T01:06:17Z</dcterms:modified>
</cp:coreProperties>
</file>